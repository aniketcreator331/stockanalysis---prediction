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7" r:id="rId1"/>
  </p:sldMasterIdLst>
  <p:notesMasterIdLst>
    <p:notesMasterId r:id="rId16"/>
  </p:notesMasterIdLst>
  <p:handoutMasterIdLst>
    <p:handoutMasterId r:id="rId17"/>
  </p:handoutMasterIdLst>
  <p:sldIdLst>
    <p:sldId id="256" r:id="rId2"/>
    <p:sldId id="396" r:id="rId3"/>
    <p:sldId id="400" r:id="rId4"/>
    <p:sldId id="389" r:id="rId5"/>
    <p:sldId id="401" r:id="rId6"/>
    <p:sldId id="392" r:id="rId7"/>
    <p:sldId id="402" r:id="rId8"/>
    <p:sldId id="403" r:id="rId9"/>
    <p:sldId id="404" r:id="rId10"/>
    <p:sldId id="393" r:id="rId11"/>
    <p:sldId id="397" r:id="rId12"/>
    <p:sldId id="399" r:id="rId13"/>
    <p:sldId id="398" r:id="rId14"/>
    <p:sldId id="40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tish Rawat" initials="P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CCFF"/>
    <a:srgbClr val="008000"/>
    <a:srgbClr val="FF00FF"/>
    <a:srgbClr val="FF3300"/>
    <a:srgbClr val="FFFF66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4" autoAdjust="0"/>
    <p:restoredTop sz="96226" autoAdjust="0"/>
  </p:normalViewPr>
  <p:slideViewPr>
    <p:cSldViewPr showGuides="1">
      <p:cViewPr varScale="1">
        <p:scale>
          <a:sx n="88" d="100"/>
          <a:sy n="88" d="100"/>
        </p:scale>
        <p:origin x="11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4" y="-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oon Kumar" userId="f6cc38845023724e" providerId="LiveId" clId="{376C7C07-C1E7-40B1-82F3-3D97987AC6ED}"/>
    <pc:docChg chg="undo custSel addSld delSld modSld sldOrd">
      <pc:chgData name="Prasoon Kumar" userId="f6cc38845023724e" providerId="LiveId" clId="{376C7C07-C1E7-40B1-82F3-3D97987AC6ED}" dt="2026-03-30T10:38:59.295" v="3110" actId="14100"/>
      <pc:docMkLst>
        <pc:docMk/>
      </pc:docMkLst>
      <pc:sldChg chg="modSp mod">
        <pc:chgData name="Prasoon Kumar" userId="f6cc38845023724e" providerId="LiveId" clId="{376C7C07-C1E7-40B1-82F3-3D97987AC6ED}" dt="2026-03-01T15:53:41.483" v="244" actId="20577"/>
        <pc:sldMkLst>
          <pc:docMk/>
          <pc:sldMk cId="0" sldId="256"/>
        </pc:sldMkLst>
        <pc:spChg chg="mod">
          <ac:chgData name="Prasoon Kumar" userId="f6cc38845023724e" providerId="LiveId" clId="{376C7C07-C1E7-40B1-82F3-3D97987AC6ED}" dt="2026-03-01T15:53:41.483" v="244" actId="20577"/>
          <ac:spMkLst>
            <pc:docMk/>
            <pc:sldMk cId="0" sldId="256"/>
            <ac:spMk id="2059" creationId="{00000000-0000-0000-0000-000000000000}"/>
          </ac:spMkLst>
        </pc:spChg>
      </pc:sldChg>
      <pc:sldChg chg="modSp mod">
        <pc:chgData name="Prasoon Kumar" userId="f6cc38845023724e" providerId="LiveId" clId="{376C7C07-C1E7-40B1-82F3-3D97987AC6ED}" dt="2026-03-26T15:34:52.081" v="469" actId="113"/>
        <pc:sldMkLst>
          <pc:docMk/>
          <pc:sldMk cId="0" sldId="389"/>
        </pc:sldMkLst>
        <pc:spChg chg="mod">
          <ac:chgData name="Prasoon Kumar" userId="f6cc38845023724e" providerId="LiveId" clId="{376C7C07-C1E7-40B1-82F3-3D97987AC6ED}" dt="2026-03-26T14:21:19.750" v="260" actId="2711"/>
          <ac:spMkLst>
            <pc:docMk/>
            <pc:sldMk cId="0" sldId="389"/>
            <ac:spMk id="2" creationId="{00000000-0000-0000-0000-000000000000}"/>
          </ac:spMkLst>
        </pc:spChg>
        <pc:spChg chg="mod">
          <ac:chgData name="Prasoon Kumar" userId="f6cc38845023724e" providerId="LiveId" clId="{376C7C07-C1E7-40B1-82F3-3D97987AC6ED}" dt="2026-03-26T15:34:52.081" v="469" actId="113"/>
          <ac:spMkLst>
            <pc:docMk/>
            <pc:sldMk cId="0" sldId="389"/>
            <ac:spMk id="3" creationId="{00000000-0000-0000-0000-000000000000}"/>
          </ac:spMkLst>
        </pc:spChg>
      </pc:sldChg>
      <pc:sldChg chg="modSp mod">
        <pc:chgData name="Prasoon Kumar" userId="f6cc38845023724e" providerId="LiveId" clId="{376C7C07-C1E7-40B1-82F3-3D97987AC6ED}" dt="2026-03-26T15:51:35.078" v="1397" actId="113"/>
        <pc:sldMkLst>
          <pc:docMk/>
          <pc:sldMk cId="0" sldId="392"/>
        </pc:sldMkLst>
        <pc:spChg chg="mod">
          <ac:chgData name="Prasoon Kumar" userId="f6cc38845023724e" providerId="LiveId" clId="{376C7C07-C1E7-40B1-82F3-3D97987AC6ED}" dt="2026-03-26T14:22:09.171" v="298" actId="20577"/>
          <ac:spMkLst>
            <pc:docMk/>
            <pc:sldMk cId="0" sldId="392"/>
            <ac:spMk id="2" creationId="{00000000-0000-0000-0000-000000000000}"/>
          </ac:spMkLst>
        </pc:spChg>
        <pc:spChg chg="mod">
          <ac:chgData name="Prasoon Kumar" userId="f6cc38845023724e" providerId="LiveId" clId="{376C7C07-C1E7-40B1-82F3-3D97987AC6ED}" dt="2026-03-26T15:51:35.078" v="1397" actId="113"/>
          <ac:spMkLst>
            <pc:docMk/>
            <pc:sldMk cId="0" sldId="392"/>
            <ac:spMk id="3" creationId="{00000000-0000-0000-0000-000000000000}"/>
          </ac:spMkLst>
        </pc:spChg>
      </pc:sldChg>
      <pc:sldChg chg="addSp modSp mod">
        <pc:chgData name="Prasoon Kumar" userId="f6cc38845023724e" providerId="LiveId" clId="{376C7C07-C1E7-40B1-82F3-3D97987AC6ED}" dt="2026-03-26T16:27:01.198" v="2551" actId="20577"/>
        <pc:sldMkLst>
          <pc:docMk/>
          <pc:sldMk cId="0" sldId="393"/>
        </pc:sldMkLst>
        <pc:spChg chg="mod">
          <ac:chgData name="Prasoon Kumar" userId="f6cc38845023724e" providerId="LiveId" clId="{376C7C07-C1E7-40B1-82F3-3D97987AC6ED}" dt="2026-03-26T15:53:03.542" v="1416" actId="404"/>
          <ac:spMkLst>
            <pc:docMk/>
            <pc:sldMk cId="0" sldId="393"/>
            <ac:spMk id="2" creationId="{00000000-0000-0000-0000-000000000000}"/>
          </ac:spMkLst>
        </pc:spChg>
        <pc:spChg chg="mod">
          <ac:chgData name="Prasoon Kumar" userId="f6cc38845023724e" providerId="LiveId" clId="{376C7C07-C1E7-40B1-82F3-3D97987AC6ED}" dt="2026-03-26T16:27:01.198" v="2551" actId="20577"/>
          <ac:spMkLst>
            <pc:docMk/>
            <pc:sldMk cId="0" sldId="393"/>
            <ac:spMk id="3" creationId="{00000000-0000-0000-0000-000000000000}"/>
          </ac:spMkLst>
        </pc:spChg>
      </pc:sldChg>
      <pc:sldChg chg="addSp delSp modSp mod">
        <pc:chgData name="Prasoon Kumar" userId="f6cc38845023724e" providerId="LiveId" clId="{376C7C07-C1E7-40B1-82F3-3D97987AC6ED}" dt="2026-03-26T14:21:33.462" v="263" actId="2711"/>
        <pc:sldMkLst>
          <pc:docMk/>
          <pc:sldMk cId="0" sldId="396"/>
        </pc:sldMkLst>
        <pc:spChg chg="mod">
          <ac:chgData name="Prasoon Kumar" userId="f6cc38845023724e" providerId="LiveId" clId="{376C7C07-C1E7-40B1-82F3-3D97987AC6ED}" dt="2026-03-26T14:21:33.462" v="263" actId="2711"/>
          <ac:spMkLst>
            <pc:docMk/>
            <pc:sldMk cId="0" sldId="396"/>
            <ac:spMk id="2" creationId="{00000000-0000-0000-0000-000000000000}"/>
          </ac:spMkLst>
        </pc:spChg>
        <pc:spChg chg="mod">
          <ac:chgData name="Prasoon Kumar" userId="f6cc38845023724e" providerId="LiveId" clId="{376C7C07-C1E7-40B1-82F3-3D97987AC6ED}" dt="2026-03-20T06:41:04.578" v="253" actId="2711"/>
          <ac:spMkLst>
            <pc:docMk/>
            <pc:sldMk cId="0" sldId="396"/>
            <ac:spMk id="3" creationId="{00000000-0000-0000-0000-000000000000}"/>
          </ac:spMkLst>
        </pc:spChg>
      </pc:sldChg>
      <pc:sldChg chg="addSp delSp modSp mod">
        <pc:chgData name="Prasoon Kumar" userId="f6cc38845023724e" providerId="LiveId" clId="{376C7C07-C1E7-40B1-82F3-3D97987AC6ED}" dt="2026-03-30T10:10:37.211" v="2647" actId="478"/>
        <pc:sldMkLst>
          <pc:docMk/>
          <pc:sldMk cId="0" sldId="397"/>
        </pc:sldMkLst>
        <pc:spChg chg="add del mod">
          <ac:chgData name="Prasoon Kumar" userId="f6cc38845023724e" providerId="LiveId" clId="{376C7C07-C1E7-40B1-82F3-3D97987AC6ED}" dt="2026-03-30T10:10:37.211" v="2647" actId="478"/>
          <ac:spMkLst>
            <pc:docMk/>
            <pc:sldMk cId="0" sldId="397"/>
            <ac:spMk id="4" creationId="{96377ABD-6923-BD87-BE6F-FCC56A0E2EFB}"/>
          </ac:spMkLst>
        </pc:spChg>
        <pc:spChg chg="add del mod">
          <ac:chgData name="Prasoon Kumar" userId="f6cc38845023724e" providerId="LiveId" clId="{376C7C07-C1E7-40B1-82F3-3D97987AC6ED}" dt="2026-03-30T10:10:35.090" v="2646" actId="478"/>
          <ac:spMkLst>
            <pc:docMk/>
            <pc:sldMk cId="0" sldId="397"/>
            <ac:spMk id="6" creationId="{918B9C1E-7A65-2A40-D9A3-7CF1D6B4BF37}"/>
          </ac:spMkLst>
        </pc:spChg>
        <pc:picChg chg="add del">
          <ac:chgData name="Prasoon Kumar" userId="f6cc38845023724e" providerId="LiveId" clId="{376C7C07-C1E7-40B1-82F3-3D97987AC6ED}" dt="2026-03-30T10:10:35.090" v="2646" actId="478"/>
          <ac:picMkLst>
            <pc:docMk/>
            <pc:sldMk cId="0" sldId="397"/>
            <ac:picMk id="7" creationId="{00000000-0000-0000-0000-000000000000}"/>
          </ac:picMkLst>
        </pc:picChg>
        <pc:picChg chg="add del">
          <ac:chgData name="Prasoon Kumar" userId="f6cc38845023724e" providerId="LiveId" clId="{376C7C07-C1E7-40B1-82F3-3D97987AC6ED}" dt="2026-03-30T10:10:37.211" v="2647" actId="478"/>
          <ac:picMkLst>
            <pc:docMk/>
            <pc:sldMk cId="0" sldId="397"/>
            <ac:picMk id="9" creationId="{00000000-0000-0000-0000-000000000000}"/>
          </ac:picMkLst>
        </pc:picChg>
      </pc:sldChg>
      <pc:sldChg chg="modSp mod">
        <pc:chgData name="Prasoon Kumar" userId="f6cc38845023724e" providerId="LiveId" clId="{376C7C07-C1E7-40B1-82F3-3D97987AC6ED}" dt="2026-03-26T16:37:11.266" v="2592" actId="179"/>
        <pc:sldMkLst>
          <pc:docMk/>
          <pc:sldMk cId="0" sldId="398"/>
        </pc:sldMkLst>
        <pc:spChg chg="mod">
          <ac:chgData name="Prasoon Kumar" userId="f6cc38845023724e" providerId="LiveId" clId="{376C7C07-C1E7-40B1-82F3-3D97987AC6ED}" dt="2026-03-26T16:33:23.763" v="2569" actId="404"/>
          <ac:spMkLst>
            <pc:docMk/>
            <pc:sldMk cId="0" sldId="398"/>
            <ac:spMk id="2" creationId="{00000000-0000-0000-0000-000000000000}"/>
          </ac:spMkLst>
        </pc:spChg>
        <pc:spChg chg="mod">
          <ac:chgData name="Prasoon Kumar" userId="f6cc38845023724e" providerId="LiveId" clId="{376C7C07-C1E7-40B1-82F3-3D97987AC6ED}" dt="2026-03-26T16:37:11.266" v="2592" actId="179"/>
          <ac:spMkLst>
            <pc:docMk/>
            <pc:sldMk cId="0" sldId="398"/>
            <ac:spMk id="3" creationId="{00000000-0000-0000-0000-000000000000}"/>
          </ac:spMkLst>
        </pc:spChg>
      </pc:sldChg>
      <pc:sldChg chg="addSp delSp modSp mod ord">
        <pc:chgData name="Prasoon Kumar" userId="f6cc38845023724e" providerId="LiveId" clId="{376C7C07-C1E7-40B1-82F3-3D97987AC6ED}" dt="2026-03-30T10:35:46.860" v="3106"/>
        <pc:sldMkLst>
          <pc:docMk/>
          <pc:sldMk cId="0" sldId="399"/>
        </pc:sldMkLst>
        <pc:spChg chg="mod">
          <ac:chgData name="Prasoon Kumar" userId="f6cc38845023724e" providerId="LiveId" clId="{376C7C07-C1E7-40B1-82F3-3D97987AC6ED}" dt="2026-03-26T16:38:16.879" v="2599" actId="14100"/>
          <ac:spMkLst>
            <pc:docMk/>
            <pc:sldMk cId="0" sldId="399"/>
            <ac:spMk id="7" creationId="{00000000-0000-0000-0000-000000000000}"/>
          </ac:spMkLst>
        </pc:spChg>
        <pc:spChg chg="add del mod">
          <ac:chgData name="Prasoon Kumar" userId="f6cc38845023724e" providerId="LiveId" clId="{376C7C07-C1E7-40B1-82F3-3D97987AC6ED}" dt="2026-03-30T10:35:41.112" v="3104" actId="20577"/>
          <ac:spMkLst>
            <pc:docMk/>
            <pc:sldMk cId="0" sldId="399"/>
            <ac:spMk id="8" creationId="{00000000-0000-0000-0000-000000000000}"/>
          </ac:spMkLst>
        </pc:spChg>
      </pc:sldChg>
      <pc:sldChg chg="addSp delSp modSp new mod">
        <pc:chgData name="Prasoon Kumar" userId="f6cc38845023724e" providerId="LiveId" clId="{376C7C07-C1E7-40B1-82F3-3D97987AC6ED}" dt="2026-03-26T15:52:30.490" v="1412" actId="14100"/>
        <pc:sldMkLst>
          <pc:docMk/>
          <pc:sldMk cId="1218666610" sldId="402"/>
        </pc:sldMkLst>
        <pc:picChg chg="add mod">
          <ac:chgData name="Prasoon Kumar" userId="f6cc38845023724e" providerId="LiveId" clId="{376C7C07-C1E7-40B1-82F3-3D97987AC6ED}" dt="2026-03-26T15:52:30.490" v="1412" actId="14100"/>
          <ac:picMkLst>
            <pc:docMk/>
            <pc:sldMk cId="1218666610" sldId="402"/>
            <ac:picMk id="4" creationId="{31E4E05A-03AC-CC32-5DB1-E372D68AAC16}"/>
          </ac:picMkLst>
        </pc:picChg>
      </pc:sldChg>
      <pc:sldChg chg="addSp delSp modSp new mod">
        <pc:chgData name="Prasoon Kumar" userId="f6cc38845023724e" providerId="LiveId" clId="{376C7C07-C1E7-40B1-82F3-3D97987AC6ED}" dt="2026-03-26T16:32:51.862" v="2562" actId="14100"/>
        <pc:sldMkLst>
          <pc:docMk/>
          <pc:sldMk cId="3682992918" sldId="403"/>
        </pc:sldMkLst>
        <pc:picChg chg="add mod">
          <ac:chgData name="Prasoon Kumar" userId="f6cc38845023724e" providerId="LiveId" clId="{376C7C07-C1E7-40B1-82F3-3D97987AC6ED}" dt="2026-03-26T16:32:51.862" v="2562" actId="14100"/>
          <ac:picMkLst>
            <pc:docMk/>
            <pc:sldMk cId="3682992918" sldId="403"/>
            <ac:picMk id="4" creationId="{441B2F0A-4446-03A0-C105-0E9DA34A3C2E}"/>
          </ac:picMkLst>
        </pc:picChg>
      </pc:sldChg>
      <pc:sldChg chg="addSp delSp modSp new mod">
        <pc:chgData name="Prasoon Kumar" userId="f6cc38845023724e" providerId="LiveId" clId="{376C7C07-C1E7-40B1-82F3-3D97987AC6ED}" dt="2026-03-26T16:33:07.433" v="2564" actId="14100"/>
        <pc:sldMkLst>
          <pc:docMk/>
          <pc:sldMk cId="1448035808" sldId="404"/>
        </pc:sldMkLst>
        <pc:picChg chg="add mod">
          <ac:chgData name="Prasoon Kumar" userId="f6cc38845023724e" providerId="LiveId" clId="{376C7C07-C1E7-40B1-82F3-3D97987AC6ED}" dt="2026-03-26T16:33:07.433" v="2564" actId="14100"/>
          <ac:picMkLst>
            <pc:docMk/>
            <pc:sldMk cId="1448035808" sldId="404"/>
            <ac:picMk id="4" creationId="{F73D4FD2-2954-42A7-5011-217307D62E41}"/>
          </ac:picMkLst>
        </pc:picChg>
      </pc:sldChg>
      <pc:sldChg chg="addSp modSp new mod">
        <pc:chgData name="Prasoon Kumar" userId="f6cc38845023724e" providerId="LiveId" clId="{376C7C07-C1E7-40B1-82F3-3D97987AC6ED}" dt="2026-03-30T10:38:59.295" v="3110" actId="14100"/>
        <pc:sldMkLst>
          <pc:docMk/>
          <pc:sldMk cId="3557731658" sldId="405"/>
        </pc:sldMkLst>
        <pc:picChg chg="add mod">
          <ac:chgData name="Prasoon Kumar" userId="f6cc38845023724e" providerId="LiveId" clId="{376C7C07-C1E7-40B1-82F3-3D97987AC6ED}" dt="2026-03-30T10:38:59.295" v="3110" actId="14100"/>
          <ac:picMkLst>
            <pc:docMk/>
            <pc:sldMk cId="3557731658" sldId="405"/>
            <ac:picMk id="4" creationId="{B365C535-59CF-2773-F334-87BC5E85BA1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/>
            </a:lvl1pPr>
          </a:lstStyle>
          <a:p>
            <a:fld id="{40D5CD41-81A8-4D95-9B4E-68136B36759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368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368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368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8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368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/>
            </a:lvl1pPr>
          </a:lstStyle>
          <a:p>
            <a:fld id="{80BFD936-7C90-453B-AB73-D8B06868484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A0C1-043C-477F-BA2A-1126DF94322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A8794D29-66F4-405F-8F79-85E35B6E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1A0A-B282-4138-8186-6AC808F29F9F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CCBB-8F9C-4D9D-82BC-FEE3440A9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7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C52C-4ED9-4FD6-B2E2-568F495EA58C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F4C2CF2-69E0-4C9D-8E11-96235F352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2F47-E069-46E5-930C-1A4E4A874F32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5A88E6D-4ECE-48D7-9F9A-7884355B4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3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27517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414-F46E-4C4D-A1BB-017EDAC08786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3F482-64AE-4A19-98D7-4985EAC90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9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64E0-0E64-414E-98B6-91F076BA28F9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76E1-571A-4350-9EAA-0D653C2C1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4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814C-6D99-4A2E-ACD5-52991AAADD4B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94C6-A128-4C47-9D38-A9E3292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2DC23-92F7-4258-B388-B802B64415DC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57172A02-229B-48C3-91DB-8F3901D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7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22221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3093197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16643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6000527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25566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B8ADD-4490-4301-A940-5FECAEA51CFC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2E21-133C-4C0C-BB59-3D2249409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57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062E5-69D7-45A5-B684-8A57770546BE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1FBE-AA5A-4319-97E0-83E13A9BA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5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D6CB0-12F5-410B-88E8-9A849BE52AC3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478FCA7-9F44-44B5-BC0E-78A7664E2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6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152153" y="2590820"/>
            <a:ext cx="8839200" cy="1383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IN" sz="2800" b="1" u="sng">
                <a:solidFill>
                  <a:srgbClr val="002060"/>
                </a:solidFill>
                <a:latin typeface="Algerian" panose="04020705040A02060702" pitchFamily="82" charset="0"/>
                <a:sym typeface="+mn-ea"/>
              </a:rPr>
              <a:t>STOCK Analysis</a:t>
            </a:r>
            <a:endParaRPr lang="en-IN" sz="2800" b="1" u="sng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algn="ctr"/>
            <a:endParaRPr lang="en-US" altLang="en-IN" sz="2800" b="1" dirty="0">
              <a:solidFill>
                <a:srgbClr val="0070C0"/>
              </a:solidFill>
              <a:latin typeface="Calibri" panose="020F050202020403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en-IN" sz="2800" b="1" dirty="0">
                <a:solidFill>
                  <a:srgbClr val="0070C0"/>
                </a:solidFill>
                <a:latin typeface="Calibri" panose="020F050202020403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266700" y="1676400"/>
            <a:ext cx="8610600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kumimoji="0" lang="en-IN" altLang="ko-K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Project</a:t>
            </a:r>
            <a:r>
              <a:rPr kumimoji="0" lang="en-US" altLang="ko-K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Presentation </a:t>
            </a:r>
            <a:endParaRPr kumimoji="0" lang="en-US" altLang="ko-KR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hangingPunct="0"/>
            <a:r>
              <a:rPr lang="en-US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29301" y="3525494"/>
            <a:ext cx="3047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US" altLang="ko-KR" sz="1400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Under the Supervision of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hangingPunct="0"/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Sumit </a:t>
            </a:r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Kumar Kapoor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hangingPunct="0"/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</a:t>
            </a:r>
            <a:r>
              <a:rPr kumimoji="0" lang="en-US" sz="140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Professor, </a:t>
            </a:r>
          </a:p>
          <a:p>
            <a:pPr lvl="0" algn="ctr" eaLnBrk="0" hangingPunct="0"/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of Computer Science and Engineering,</a:t>
            </a:r>
            <a:endParaRPr kumimoji="0" lang="en-US" sz="1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hangingPunct="0"/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Poornima University, Jaipur</a:t>
            </a:r>
            <a:endParaRPr kumimoji="0" 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368" y="177236"/>
            <a:ext cx="5541264" cy="1469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199" y="3581374"/>
            <a:ext cx="4608394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US" altLang="ko-KR" sz="1400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Presented By: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hangingPunct="0"/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ANIKET PATIDAR (</a:t>
            </a:r>
            <a:r>
              <a:rPr lang="en-US" altLang="ko-KR" sz="1400" b="0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Reg. No. 2025PUFCE22735)</a:t>
            </a:r>
          </a:p>
          <a:p>
            <a:pPr algn="ctr" eaLnBrk="0" hangingPunct="0"/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ARUN VERMA (</a:t>
            </a:r>
            <a:r>
              <a:rPr lang="en-US" altLang="ko-KR" sz="1400" b="0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Reg. No.2025PUFCE21280)</a:t>
            </a:r>
          </a:p>
          <a:p>
            <a:pPr algn="ctr" eaLnBrk="0" hangingPunct="0"/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PRASOON KUMAR(</a:t>
            </a:r>
            <a:r>
              <a:rPr lang="en-US" altLang="ko-KR" sz="1400" b="0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Reg. No. 2025PUFCE24434)</a:t>
            </a:r>
          </a:p>
          <a:p>
            <a:pPr algn="ctr" eaLnBrk="0" hangingPunct="0"/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HIMANSHU (</a:t>
            </a:r>
            <a:r>
              <a:rPr lang="en-US" altLang="ko-KR" sz="1400" b="0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Reg. No. 2025PUFCE21232)</a:t>
            </a:r>
          </a:p>
          <a:p>
            <a:pPr lvl="0" algn="ctr" eaLnBrk="0" hangingPunct="0"/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</a:t>
            </a:r>
            <a:r>
              <a:rPr kumimoji="0" lang="en-US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kumimoji="0" lang="en-US" sz="140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Year</a:t>
            </a:r>
            <a:endParaRPr kumimoji="0" lang="en-US" sz="14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hangingPunct="0"/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Poornima University, Jaipur</a:t>
            </a:r>
            <a:endParaRPr kumimoji="0" 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514600" y="5777906"/>
            <a:ext cx="439248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GB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algn="ctr" eaLnBrk="1" hangingPunct="1"/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First Year</a:t>
            </a:r>
          </a:p>
          <a:p>
            <a:pPr algn="ctr" eaLnBrk="1" hangingPunct="1"/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Poornima University,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762000"/>
            <a:ext cx="9144000" cy="6096000"/>
          </a:xfrm>
        </p:spPr>
        <p:txBody>
          <a:bodyPr>
            <a:normAutofit fontScale="97500"/>
          </a:bodyPr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 today’s fast-paced financial world, investors and analysts depends heavily on real-time data to make informed decisions.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project aims to build a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based stock analysis dashboard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using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HTML,CSS and JavaScript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integrated with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Alpha Vantage API.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goal is to provide users with an interactive platform to visualize and </a:t>
            </a:r>
            <a:r>
              <a:rPr lang="en-IN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stock market trends, empowering them with insights into price movements, historical data, and technical indicators.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create a user-friendly web application that fetches live stock market data such as current price, trading volume and displays it dynamically on a responsive webpage.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serves as an excellent hands-on learning experience for beginners and intermediate developers, combining core front-end technologies with real-world API integration.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CFD49C-5798-784A-170A-740F0967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6F5819-9A5F-159C-8F9E-E8525EE30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4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38200"/>
          </a:xfrm>
        </p:spPr>
        <p:txBody>
          <a:bodyPr>
            <a:noAutofit/>
          </a:bodyPr>
          <a:lstStyle/>
          <a:p>
            <a:pPr algn="ctr"/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and Objective </a:t>
            </a:r>
            <a:endParaRPr lang="en-IN" sz="1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Autofit/>
          </a:bodyPr>
          <a:lstStyle/>
          <a:p>
            <a:r>
              <a:rPr lang="en-IN" b="1" u="sng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Stock </a:t>
            </a:r>
            <a:r>
              <a:rPr lang="en-IN" b="1" u="sng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Analysis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is a popular project that combines data analysis, machine learning, and financial market understanding to forecast future stock values based on historical data. 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This project typically includes fetch live and historical stock data using the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Alpha Vantage API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To display stock trends using different interactive charts, tables and graphs. Designing a responsive front-end using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HTML and CSS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Implementing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JavaScript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features for dynamic updates, filtering and comparisons. Ensuring the dashboard work across devices and browsers.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objective of a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is to create a web application that fetches and display stock data in a user-friendly format.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allo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ws user to monitor live stock prices and historical trends. Uses charts and graphs to make complex financial data easier to understand.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 design a clean, responsive interface that ensures smooth navigation and usability.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helps to develop web development skills in solving real-world financial analysis problems.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Engravers MT" panose="02090707080505020304" charset="0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D5D969-46A5-3131-064F-9DCA75F1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428D7-ACAD-7534-ED1E-1A8F6A789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8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85800"/>
          </a:xfrm>
        </p:spPr>
        <p:txBody>
          <a:bodyPr>
            <a:no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PROJECT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38200"/>
            <a:ext cx="9143998" cy="6019800"/>
          </a:xfrm>
        </p:spPr>
        <p:txBody>
          <a:bodyPr>
            <a:normAutofit fontScale="97500"/>
          </a:bodyPr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main aim of the project is to design and develop a </a:t>
            </a: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web-based stock analysis dashboard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that allows user to :</a:t>
            </a:r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Fetch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real-time and historical stock data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using the Vintage API.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Visualize stock trends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using interactive charts and graphs built in JavaScript.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 insights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into stock performance through key metrics (Current Price, Open Price,  Day Low,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Day High).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Stock Comparison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to compare two stocks.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 direct access of Stocks from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Stock Directory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(i.e. collection of many stocks).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Price Alert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option to set price alert above or below.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Enhance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user experience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with a clean, responsive interface using HTML and CSS.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Enable </a:t>
            </a: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decision making support 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 investors, students and researchers by presenting financial data in a structured and accessible way.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4E05A-03AC-CC32-5DB1-E372D68AA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6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1B2F0A-4446-03A0-C105-0E9DA34A3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220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92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3D4FD2-2954-42A7-5011-217307D62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3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85800"/>
          </a:xfrm>
        </p:spPr>
        <p:txBody>
          <a:bodyPr>
            <a:no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PROJECT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62000"/>
            <a:ext cx="9143998" cy="6096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Frontend Setup (HTML + CSS)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HTML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structures the webpage: search bar, input fields for stock symbols, and chart containers.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styles the interface: responsive layout, color themes, and user-friendly design for better readability.</a:t>
            </a:r>
          </a:p>
          <a:p>
            <a:pPr marL="87313" lvl="1" indent="-8731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API Integration (Vintage API)</a:t>
            </a: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:</a:t>
            </a:r>
          </a:p>
          <a:p>
            <a:pPr marL="285750" lvl="1" indent="-15875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Vintage API 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provides stock market data (historical </a:t>
            </a:r>
            <a:r>
              <a:rPr lang="en-US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prices,volumes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etc.)</a:t>
            </a:r>
          </a:p>
          <a:p>
            <a:pPr marL="357188" lvl="1" indent="-87313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Using</a:t>
            </a: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JavaScript’s 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fetch() method, the webpage sends request to API with parameters like Stock    		symbol, Data range.</a:t>
            </a:r>
          </a:p>
          <a:p>
            <a:pPr marL="357188" lvl="1" indent="-87313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API responds with JSON data containing stock information.</a:t>
            </a:r>
          </a:p>
          <a:p>
            <a:pPr marL="285750" lvl="1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Processing (JavaScript)</a:t>
            </a: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: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285750" lvl="1" indent="-1587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JavaScript extracts relevant fields (Open, Close, High, Low, Volume)</a:t>
            </a:r>
          </a:p>
          <a:p>
            <a:pPr marL="285750" lvl="1" indent="-1587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Libraries like </a:t>
            </a: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Chart.js 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D3.js </a:t>
            </a: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are used to plot : </a:t>
            </a:r>
          </a:p>
          <a:p>
            <a:pPr marL="555625" lvl="1" indent="71438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Line charts for stock price trends.</a:t>
            </a:r>
          </a:p>
          <a:p>
            <a:pPr marL="555625" lvl="1" indent="71438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Bar charts for trading volume.</a:t>
            </a:r>
          </a:p>
          <a:p>
            <a:pPr marL="555625" lvl="1" indent="71438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Comparative graphs for multiple stocks.</a:t>
            </a:r>
          </a:p>
          <a:p>
            <a:pPr marL="444500" lvl="1" indent="-17462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Interactive features allow user to hover, zoom, filter data, download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latin typeface="Algerian" panose="04020705040A02060702" pitchFamily="82" charset="0"/>
              </a:rPr>
              <a:t>Flowchart of Working of Project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pic>
        <p:nvPicPr>
          <p:cNvPr id="7" name="Content Placeholder 6" descr="A diagram of a data processing process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4800600" cy="5638800"/>
          </a:xfrm>
        </p:spPr>
      </p:pic>
      <p:pic>
        <p:nvPicPr>
          <p:cNvPr id="9" name="Content Placeholder 8" descr="A diagram of a algorithm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017905"/>
            <a:ext cx="5247640" cy="584009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6" y="-95"/>
            <a:ext cx="9143804" cy="838295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USE</a:t>
            </a: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838201"/>
            <a:ext cx="9144000" cy="6019800"/>
          </a:xfrm>
        </p:spPr>
        <p:txBody>
          <a:bodyPr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applications of stock analysis projects using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JavaScript, and Alpha Vantage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(Vintage API) focus on building real-time data dashboards, predictive trend tools, and custom trading analytics.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uses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analysis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</a:p>
          <a:p>
            <a:pPr indent="-73025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monitor live stock prices instantly.</a:t>
            </a:r>
          </a:p>
          <a:p>
            <a:pPr indent="-73025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user analyze trends and patterns. It also guide users when to buy or sell.</a:t>
            </a:r>
          </a:p>
          <a:p>
            <a:pPr indent="-73025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Notify users when stock reaches a target price and when sudden market change happens.</a:t>
            </a:r>
          </a:p>
          <a:p>
            <a:pPr indent="-73025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track their investments and monitor their profit and loss.</a:t>
            </a:r>
          </a:p>
          <a:p>
            <a:pPr indent="-73025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can be used by students to learn stock market basics and practice with virtual trading.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noFill/>
        </p:spPr>
        <p:txBody>
          <a:bodyPr>
            <a:noAutofit/>
          </a:bodyPr>
          <a:lstStyle/>
          <a:p>
            <a:pPr algn="ctr"/>
            <a:r>
              <a:rPr lang="en-US" alt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  <a:noFill/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 Analysis project successfully demonstrates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 (HTML, CSS, JavaScript)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integrated with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Vintage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 interactive and user-friendly dashboard for financial data visualization. By combining a structured interface, dynamic data fetching, and graphical representation, the project bridges the gap between raw stock market data and meaningful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 include:</a:t>
            </a:r>
          </a:p>
          <a:p>
            <a:pPr indent="-160338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API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retrieving real-time and historical stock data.</a:t>
            </a:r>
          </a:p>
          <a:p>
            <a:pPr indent="-160338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frontend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accessibility and usability.</a:t>
            </a:r>
          </a:p>
          <a:p>
            <a:pPr indent="-160338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JavaScript libraries, enabling users to analyze trends, compare stocks, and interpret performance metrics.</a:t>
            </a:r>
          </a:p>
          <a:p>
            <a:pPr indent="-160338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investors, students, and researchers to understand market behavior and support decision-making.</a:t>
            </a:r>
          </a:p>
          <a:p>
            <a:pPr marL="0" indent="0">
              <a:buNone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AC7B93-5D3B-45FC-B4E3-9F100280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D.Juneja &amp; A.K.Sharma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5C535-59CF-2773-F334-87BC5E85B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3165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423</TotalTime>
  <Words>980</Words>
  <Application>Microsoft Office PowerPoint</Application>
  <PresentationFormat>On-screen Show (4:3)</PresentationFormat>
  <Paragraphs>79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Algerian</vt:lpstr>
      <vt:lpstr>Arial</vt:lpstr>
      <vt:lpstr>Calibri</vt:lpstr>
      <vt:lpstr>Century Gothic</vt:lpstr>
      <vt:lpstr>Engravers MT</vt:lpstr>
      <vt:lpstr>Times New Roman</vt:lpstr>
      <vt:lpstr>Wingdings</vt:lpstr>
      <vt:lpstr>Wingdings 3</vt:lpstr>
      <vt:lpstr>Wisp</vt:lpstr>
      <vt:lpstr>PowerPoint Presentation</vt:lpstr>
      <vt:lpstr>INTRODUCTION</vt:lpstr>
      <vt:lpstr>PowerPoint Presentation</vt:lpstr>
      <vt:lpstr>Scope and Objective </vt:lpstr>
      <vt:lpstr>PowerPoint Presentation</vt:lpstr>
      <vt:lpstr>AIM OF PROJECT</vt:lpstr>
      <vt:lpstr>PowerPoint Presentation</vt:lpstr>
      <vt:lpstr>PowerPoint Presentation</vt:lpstr>
      <vt:lpstr>PowerPoint Presentation</vt:lpstr>
      <vt:lpstr>WORKING OF PROJECT</vt:lpstr>
      <vt:lpstr>Flowchart of Working of Project</vt:lpstr>
      <vt:lpstr>FUTURE USE</vt:lpstr>
      <vt:lpstr>CONCLUSION</vt:lpstr>
      <vt:lpstr>PowerPoint Presentation</vt:lpstr>
    </vt:vector>
  </TitlesOfParts>
  <Company>NCST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 Your Computer</dc:title>
  <dc:creator>S. Gopalsamy</dc:creator>
  <cp:lastModifiedBy>Prasoon Kumar</cp:lastModifiedBy>
  <cp:revision>944</cp:revision>
  <dcterms:created xsi:type="dcterms:W3CDTF">2000-02-03T06:48:00Z</dcterms:created>
  <dcterms:modified xsi:type="dcterms:W3CDTF">2026-03-30T10:39:01Z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C19FCFE9378C4CF2BBEC9F13C2C40535_12</vt:lpwstr>
  </property>
  <property fmtid="{D5CDD505-2E9C-101B-9397-08002B2CF9AE}" pid="3" name="KSOProductBuildVer">
    <vt:lpwstr>1033-12.2.0.22549</vt:lpwstr>
  </property>
</Properties>
</file>